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最初幾天過後，是什麼讓我們繼續運動？NeonShift 將每天的運動轉化為看得見的成長、野生動物主題跑鞋，以及再次回來的理由。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NeonShift 為 Solana Mobile 打造，將日常活動連結到可以收藏與查證的成就。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從一次步行或跑步開始。記錄運動、保存在手機上，再透過 Activity 日誌回顧自己的進度。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可以選擇連網時自動同步，已保存的運動會由舊到新處理。初始鞋款與等級升級維持免費。記錄一筆運動，不代表自動取得獎勵資格。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符合條件的活動可以在 Solana Devnet 上申領獎勵。每日步數任務會先檢查 Android Health Connect 摘要，再由使用者透過錢包核准。交易結果可在區塊鏈瀏覽器查閱。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原始健康紀錄不會公布到鏈上。成就收藏品有各自的資格條件與核准流程。區塊鏈記錄的是申領，而不是運動的每一步。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NeonShift 將代幣付款用於外觀。符合首次五公里資格的跑者，可以使用 Devnet 測試代幣付費解鎖 Genesis Mint 邊框。訂單、價格與收款人由伺服器決定。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核對內容後，再透過錢包核准。伺服器驗證鏈上轉帳已確認後，就會為該錢包解鎖邊框。本次付款使用測試代幣，並非官方 SKR，不能購買經驗值、成績或成就。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Wild Guardians 將個人成長連結到保育學習。在地社群試辦仍在規劃中。目前不宣稱已有合作或捐款。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下一步：質押 SKR 可提升每日任務獎勵，跑鞋等級越高，加成越高。加成的固定比例，將撥入獨立追蹤的野生動物保育基金。比率尚未定案。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請透過提交連結查看 Android App、原始碼與評審指南。為自己而動，為棲地同行。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A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01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7112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每天動起來，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看見自己的成長。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71120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每天都有再次回來的理由。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運動 / 成長 / 收藏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0" y="965200"/>
            <a:ext cx="3429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6_c21_s01_home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0" y="1079500"/>
            <a:ext cx="1739900" cy="3873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10/6 · APK 版本代碼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真實資料 · 無展示覆寫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A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11176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為 Solana Mobile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打造的運動體驗。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手機記錄運動。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健康摘要驗證，錢包自主核准。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11176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以手機為核心的運動體驗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0499" y="1492250"/>
            <a:ext cx="3810000" cy="825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19250"/>
            <a:ext cx="571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905000"/>
            <a:ext cx="339725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3F7FF"/>
                </a:solidFill>
                <a:latin typeface="Heiti TC"/>
              </a:rPr>
              <a:t>手機運動紀錄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0499" y="2584450"/>
            <a:ext cx="3810000" cy="825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711450"/>
            <a:ext cx="571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997200"/>
            <a:ext cx="339725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3F7FF"/>
                </a:solidFill>
                <a:latin typeface="Heiti TC"/>
              </a:rPr>
              <a:t>健康資料摘要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0499" y="3676649"/>
            <a:ext cx="3810000" cy="825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3803650"/>
            <a:ext cx="571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089400"/>
            <a:ext cx="339725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3F7FF"/>
                </a:solidFill>
                <a:latin typeface="Heiti TC"/>
              </a:rPr>
              <a:t>錢包核准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產品概念說明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B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03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7112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走路、跑步，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看見自己的進步。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71120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記錄 → 保存 → 回顧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你的個人運動日誌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0" y="965200"/>
            <a:ext cx="3429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6_c21_s04_summary-6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0" y="1079500"/>
            <a:ext cx="1739900" cy="3873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10/6 · APK 版本代碼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真實資料 · 無展示覆寫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B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04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7112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準備好，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再同步。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7112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自行選擇連網同步。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依運動時間由舊到新處理。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初始鞋款與等級升級：無須購買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0" y="965200"/>
            <a:ext cx="3429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6_c21_s04_profile-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0" y="1079500"/>
            <a:ext cx="1739900" cy="3873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10/6 · APK 版本代碼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真實資料 · 無展示覆寫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C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05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5461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由你核准，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留下鏈上申領紀錄。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5461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符合條件的摘要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→ 錢包核准 → 鏈上查證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5461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SOLANA DEVNET 測試網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0" y="965200"/>
            <a:ext cx="5588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7_c22_s05_claim-1-wallet-appr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1104900"/>
            <a:ext cx="1714500" cy="3816349"/>
          </a:xfrm>
          <a:prstGeom prst="rect">
            <a:avLst/>
          </a:prstGeom>
        </p:spPr>
      </p:pic>
      <p:pic>
        <p:nvPicPr>
          <p:cNvPr id="10" name="Picture 9" descr="2026-10-07_c22_s05_claim-2-step-clai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104900"/>
            <a:ext cx="1714500" cy="3816349"/>
          </a:xfrm>
          <a:prstGeom prst="rect">
            <a:avLst/>
          </a:prstGeom>
        </p:spPr>
      </p:pic>
      <p:pic>
        <p:nvPicPr>
          <p:cNvPr id="11" name="Picture 10" descr="2026-10-07_c22_s05_claim-3-home-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0" y="1104900"/>
            <a:ext cx="1714500" cy="38163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10/7 · APK 版本代碼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真實申領 · 交易 3PpfNbBr… · DEVNET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C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06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7112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收藏里程碑，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保留成就的意義。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7112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各項成就都有自己的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資格條件與核准流程。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原始健康紀錄不上鏈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0" y="965200"/>
            <a:ext cx="3429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6_c21_s06_nft-first5k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0" y="1079500"/>
            <a:ext cx="1739900" cy="3873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10/6 · APK 版本代碼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真實資料 · 無展示覆寫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D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07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7112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先取得資格，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再解鎖專屬邊框。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7112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首次 5K 資格經驗證。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訂單、價格與收款人由伺服器決定。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付款僅用於外觀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0" y="965200"/>
            <a:ext cx="3429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1-skr-devnet-elig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0" y="1079500"/>
            <a:ext cx="1739900" cy="3873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10/1 · APK 版本代碼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TEST SKR · DEVNET · 非官方 SKR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D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08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7112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付款確認，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邊框解鎖。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7112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錢包核准 → 鏈上查驗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→ 解鎖外觀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不能購買經驗值、成績或成就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0" y="965200"/>
            <a:ext cx="3429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1-skr-devnet-pa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0" y="1079500"/>
            <a:ext cx="1739900" cy="3873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10/1 · APK 版本代碼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TEST SKR · DEVNET · 非官方 SKR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E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09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7112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讓成長，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連結野生動物故事。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7112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現在：保育知識學習。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在地社群試辦仍在規劃。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現在：物種故事卡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0" y="965200"/>
            <a:ext cx="3429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6_c21_s09_elephant-habit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0" y="1079500"/>
            <a:ext cx="1739900" cy="3873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10/6 · APK 版本代碼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App 內物種故事卡 · 試辦仍在規劃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E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10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11176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下一步：質押 SKR，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依等級加成。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11176000" cy="889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質押 SKR 提升每日任務獎勵。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跑鞋等級越高，加成越高。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加成的 10% 撥入野生動物保育。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11176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規劃中 · 尚未上線 · 比率未定案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499" y="1016000"/>
            <a:ext cx="3810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B6CF"/>
                </a:solidFill>
                <a:latin typeface="Heiti TC"/>
              </a:rPr>
              <a:t>質押加成（示意）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0499" y="1301750"/>
            <a:ext cx="3810000" cy="4826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441450"/>
            <a:ext cx="2095499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3F7FF"/>
                </a:solidFill>
                <a:latin typeface="Heiti TC"/>
              </a:rPr>
              <a:t>LV.1 原點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5000" y="1441450"/>
            <a:ext cx="698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+1%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0499" y="1885950"/>
            <a:ext cx="3810000" cy="4826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025650"/>
            <a:ext cx="2095499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3F7FF"/>
                </a:solidFill>
                <a:latin typeface="Heiti TC"/>
              </a:rPr>
              <a:t>LV.2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5000" y="2025650"/>
            <a:ext cx="698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+3%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0499" y="2470150"/>
            <a:ext cx="3810000" cy="4826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609850"/>
            <a:ext cx="2095499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3F7FF"/>
                </a:solidFill>
                <a:latin typeface="Heiti TC"/>
              </a:rPr>
              <a:t>LV.3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5000" y="2609850"/>
            <a:ext cx="698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+5%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0499" y="3054350"/>
            <a:ext cx="3810000" cy="4826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3194050"/>
            <a:ext cx="2095499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3F7FF"/>
                </a:solidFill>
                <a:latin typeface="Heiti TC"/>
              </a:rPr>
              <a:t>LV.4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95000" y="3194050"/>
            <a:ext cx="698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+7%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0499" y="3638550"/>
            <a:ext cx="3810000" cy="4826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3778250"/>
            <a:ext cx="2095499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3F7FF"/>
                </a:solidFill>
                <a:latin typeface="Heiti TC"/>
              </a:rPr>
              <a:t>LV.5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95000" y="3778250"/>
            <a:ext cx="698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+10%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0499" y="4311650"/>
            <a:ext cx="3810000" cy="571500"/>
          </a:xfrm>
          <a:prstGeom prst="rect">
            <a:avLst/>
          </a:prstGeom>
          <a:solidFill>
            <a:srgbClr val="1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4400550"/>
            <a:ext cx="2667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D080"/>
                </a:solidFill>
                <a:latin typeface="Heiti TC"/>
              </a:rPr>
              <a:t>保育提撥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629150"/>
            <a:ext cx="3302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3F7FF"/>
                </a:solidFill>
                <a:latin typeface="Heiti TC"/>
              </a:rPr>
              <a:t>加成獎勵的 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規劃中 · 尚未實作 · 不承諾收益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E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11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11176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為自己而動，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為棲地同行。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探索 NeonShift。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github.com/stan0714/neonshift  ·  neonshift.cc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11176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ANDROID APP / 原始碼 / 評審指南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NEONSHIFT · SOLANA MOBILE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