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最初幾天過後，是什麼讓我們繼續運動？NeonShift 將每天的運動轉化為看得見的成長、野生動物主題跑鞋，以及再次回來的理由。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為 Solana Mobile 打造，將日常活動連結到可以收藏與查證的成就。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從一次步行或跑步開始。記錄運動、保存在手機上，再透過 Activity 日誌回顧自己的進度。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可以選擇連網時自動同步，已保存的運動會由舊到新處理。初始鞋款與等級升級維持免費。記錄一筆運動，不代表自動取得獎勵資格。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符合條件的活動可以在 Solana Devnet 上申領獎勵。每日步數任務會先檢查 Android Health Connect 摘要，再由使用者透過錢包核准。交易結果可在區塊鏈瀏覽器查閱。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原始健康紀錄不會公布到鏈上。成就收藏品有各自的資格條件與核准流程。區塊鏈記錄的是申領，而不是運動的每一步。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NeonShift 將代幣付款用於外觀。符合首次五公里資格的跑者，可以使用 Devnet 測試代幣付費解鎖 Genesis Mint 邊框。訂單、價格與收款人由伺服器決定。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核對內容後，再透過錢包核准。伺服器驗證鏈上轉帳已確認後，就會為該錢包解鎖邊框。本次付款使用測試代幣，並非官方 SKR，不能購買經驗值、成績或成就。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Wild Guardians 將個人成長連結到保育學習。在地社群試辦、付費活動服務，以及獨立追蹤的保育款項，都是規劃中的方向。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目前不宣稱已有合作或捐款。請透過提交連結查看 Android App、原始碼與評審指南。為自己而動，為棲地同行。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01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每天動起來，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看見自己的成長。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每天都有再次回來的理由。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運動 / 成長 / 收藏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1_home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A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 Solana Mobile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打造的運動體驗。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手機記錄運動。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健康摘要驗證，錢包自主核准。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以手機為核心的運動體驗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手機運動紀錄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健康資料摘要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錢包核准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產品概念說明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走路、跑步，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看見自己的進步。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記錄 → 保存 → 回顧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你的個人運動日誌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summary-finis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B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準備好，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再同步。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自行選擇連網同步。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依運動時間由舊到新處理。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初始鞋款與等級升級維持免費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4_profil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由你核准，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留下鏈上申領紀錄。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符合條件的摘要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錢包核准 → 鏈上查證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SOLANA DEVNET 測試網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0499" y="14922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192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9050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符合條件的摘要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0499" y="2584450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7114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972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使用錢包核准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0499" y="3676649"/>
            <a:ext cx="3810000" cy="825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803650"/>
            <a:ext cx="571500" cy="260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35E5C5"/>
                </a:solidFill>
                <a:latin typeface="Heiti T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089400"/>
            <a:ext cx="339725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3F7FF"/>
                </a:solidFill>
                <a:latin typeface="Heiti TC"/>
              </a:rPr>
              <a:t>Devnet 鏈上查證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流程概念說明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C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收藏里程碑，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保留成就的意義。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各項成就都有自己的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資格條件與核准流程。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原始健康紀錄不上鏈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6_nft-first5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真實資料 · 無展示覆寫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先取得資格，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再解鎖專屬邊框。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首次 5K 資格經驗證。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訂單、價格與收款人由伺服器決定。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付款僅用於外觀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elig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D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付款確認，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邊框解鎖。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錢包核准 → 鏈上查驗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→ 解鎖外觀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不能購買經驗值、成績或成就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1-skr-devnet-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10/1 · APK 版本代碼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TEST SKR · DEVNET · 非官方 SKR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7112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讓成長，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連結野生動物故事。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7112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現在：保育知識學習。</a:t>
            </a:r>
          </a:p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下一步：在地社群試辦。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下一步：在地試辦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0" y="965200"/>
            <a:ext cx="3429000" cy="4127500"/>
          </a:xfrm>
          <a:prstGeom prst="rect">
            <a:avLst/>
          </a:prstGeom>
          <a:solidFill>
            <a:srgbClr val="11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026-10-02_c14_s09_elephant-habi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550" y="1079500"/>
            <a:ext cx="1739900" cy="3873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750" y="4737100"/>
            <a:ext cx="7112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D080"/>
                </a:solidFill>
                <a:latin typeface="Heiti TC"/>
              </a:rPr>
              <a:t>實機截圖 · 10/2 · APK 版本代碼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App 內物種故事卡 · 試辦仍在規劃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12750"/>
            <a:ext cx="50800" cy="158750"/>
          </a:xfrm>
          <a:prstGeom prst="rect">
            <a:avLst/>
          </a:prstGeom>
          <a:solidFill>
            <a:srgbClr val="3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412750"/>
            <a:ext cx="6985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5E5C5"/>
                </a:solidFill>
                <a:latin typeface="Heiti TC"/>
              </a:rPr>
              <a:t>NEONSHIFT  /  E  ·  中文對稿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95000" y="412750"/>
            <a:ext cx="9525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6CF"/>
                </a:solidFill>
                <a:latin typeface="Heiti TC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06500"/>
            <a:ext cx="1117600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為自己而動，</a:t>
            </a:r>
          </a:p>
          <a:p>
            <a:pPr>
              <a:lnSpc>
                <a:spcPts val="43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3F7FF"/>
                </a:solidFill>
                <a:latin typeface="Heiti TC"/>
              </a:rPr>
              <a:t>為棲地同行。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2984500"/>
            <a:ext cx="11176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6CF"/>
                </a:solidFill>
                <a:latin typeface="Heiti TC"/>
              </a:rPr>
              <a:t>探索 NeonShift。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750" y="4127500"/>
            <a:ext cx="111760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5E5C5"/>
                </a:solidFill>
                <a:latin typeface="Heiti TC"/>
              </a:rPr>
              <a:t>ANDROID APP / 原始碼 / 評審指南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750" y="5353050"/>
            <a:ext cx="1111250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D080"/>
                </a:solidFill>
                <a:latin typeface="Heiti TC"/>
              </a:rPr>
              <a:t>NEONSHIFT · SOLANA MOBILE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